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00"/>
                </a:solidFill>
              </a:defRPr>
            </a:pPr>
            <a:r>
              <a:t>HOBBYTAN-COUNCIL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프로젝트 진행 현황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F0F0"/>
                </a:solidFill>
              </a:defRPr>
            </a:pPr>
            <a:r>
              <a:t>2026년 2월 24일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작성: PO-TAN × PM-TAN  |  보고: DEO-TAN →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📊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🌐 hobbytan.com 웹사이트 수정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이슈 10건 발견 → 6건 코드 수정 완료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CEO 컨펌 3건 수신 → 최종 반영 완료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A500"/>
                </a:solidFill>
              </a:defRPr>
            </a:pPr>
            <a:r>
              <a:t>• 배포 대기 (날짜 1건 확정 필요)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🚀 Super Workshop 대시보드 MVP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프로토타입 v0.1 완성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00C853"/>
                </a:solidFill>
              </a:defRPr>
            </a:pPr>
            <a:r>
              <a:t>• QA 결과: 83% PASS (10/12 기능)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Phase 2 진입 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CEO 컨펌 현황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00C853"/>
                </a:solidFill>
              </a:defRPr>
            </a:pPr>
            <a:r>
              <a:t>✅ 앵커링 가격 ₩1,080만 — 승인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A500"/>
                </a:solidFill>
              </a:defRPr>
            </a:pPr>
            <a:r>
              <a:t>⚠️ 다음 기수 시작 날짜 — 구체 날짜 대기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00C853"/>
                </a:solidFill>
              </a:defRPr>
            </a:pPr>
            <a:r>
              <a:t>✅ 팔로업 기간 90일 — 확정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🌐 hobbytan.com 수정 현황 (6건 완료)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✅  #1 날짜 오류 수정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   파일: CTA.tsx  |  2025년 2월 10일 →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✅  #2 ₩500만 혼동 문구 삭제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   파일: Curriculum.tsx  |  CEO 지시: 삭제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✅  #3 앵커링 가격 ₩1,080만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   파일: Curriculum.tsx  |  취소선 앵커링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✅  #4 오타 수정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   파일: WhyNow.tsx  |  "빼앗아가고" → "빼앗아 가고"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✅  #5 팔로업 90일 통일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   파일: 4개 파일  |  "1개월" → "90일"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✅  #6 잔여 좌석 표기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   파일: Curriculum.tsx  |  "잔여 2자리" → "모집 중"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💰 앵커링 가격 전략 (CEO 승인 완료)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</a:defRPr>
            </a:pPr>
            <a:r>
              <a:t>❌ Before (기존)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취소선 ₩730만 → ₩160만/인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앵커가 실가격보다 낮아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"할인폭이 크지 않다" 인식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</a:defRPr>
            </a:pPr>
            <a:r>
              <a:t>✅ After (PO 제안 → CEO 승인)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앵커 ₩1,080만 (7개 항목 시장가)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실제 가격 ₩800만 (5인 기준)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FFD700"/>
                </a:solidFill>
              </a:defRPr>
            </a:pPr>
            <a:r>
              <a:t>→ 26% 할인 프레이밍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7개 항목 시장가 내역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• 5주 실전 커리큘럼 + 교재  ─  ₩150만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• 주 2회 온라인 코칭 (총 10회)  ─  ₩150만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• 1박 2일 오프라인 워크샵  ─  ₩200만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• 현직 AI 리더 특강 1회  ─  ₩50만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• 수료 후 90일 팔로업 지원  ─  ₩100만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• 프롬프트 템플릿 150종+  ─  ₩80만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0F0F0"/>
                </a:solidFill>
              </a:defRPr>
            </a:pPr>
            <a:r>
              <a:t>  • 하비탄 AI 클럽 평생 멤버십 (신규)  ─  ₩350만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FFD700"/>
                </a:solidFill>
              </a:defRPr>
            </a:pPr>
            <a:r>
              <a:t>  합계: ₩1,080만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🚀 Super Workshop 대시보드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제품 개요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URL: hobbytan.com/superworkshop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목적: AI 슈퍼유저 워크샵 운영 대시보드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사용자: Admin / Team Lead /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핵심 기능 (5개)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1. Google OAuth 로그인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2. 커리큘럼 0~5주차 조회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3. 팀별 진행 상황판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4. 과제 업로드 (file/text/link)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5. 커뮤니티 게시판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QA 결과: 83% PASS (10/12 기능)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✅ 10건 PASS  |  ⚠️ 2건 Phase 2 예정 (Admin CRUD, 뒤처진 팀 하이라이트)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⚙️ 기술 스택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hobbytan.com (루트)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Framework: Next.js 14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React: 18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Routing: Next.js App Router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Firebase: Admin SDK (서버)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CSS: Tailwind 3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배포: Firebase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super-wks (서브폴더)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Framework: Vite 7 + React 19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React: 19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Routing: react-router-dom 7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Firebase: Client SDK 12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0F0F0"/>
                </a:solidFill>
              </a:defRPr>
            </a:pPr>
            <a:r>
              <a:t>• CSS: Tailwind 4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A500"/>
                </a:solidFill>
              </a:defRPr>
            </a:pPr>
            <a:r>
              <a:t>• 배포: TBD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⚠️ 아키텍처 미스매치: 루트와 서브폴더가 완전히 다른 스택 — 통합/배포 전략 결정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🔴 남은 블로커 및 결정 필요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500"/>
                </a:solidFill>
              </a:defRPr>
            </a:pPr>
            <a:r>
              <a:t>CEO 결정 대기 (1건)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A500"/>
                </a:solidFill>
              </a:defRPr>
            </a:pPr>
            <a:r>
              <a:t>⚠️  다음 기수 시작 날짜 — 구체 날짜 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</a:defRPr>
            </a:pPr>
            <a:r>
              <a:t>기술 블로커 (2건)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0F0F0"/>
                </a:solidFill>
              </a:defRPr>
            </a:pPr>
            <a:r>
              <a:t>🔑  Firebase 프로젝트 접근 권한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     → Auth/Firestore/Storage/Hosting 접근 없으면 Phase 2 진입 불가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0F0F0"/>
                </a:solidFill>
              </a:defRPr>
            </a:pPr>
            <a:r>
              <a:t>🏗️  super-wks ↔ 루트 프로젝트 통합 전략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     → 서브도메인 vs 서브패스 vs 별도 호스팅 결정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🗺️ 로드맵 &amp;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Phase 1 — 즉시 실행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0"/>
                </a:solidFill>
              </a:defRPr>
            </a:pPr>
            <a:r>
              <a:t>• 앵커링 ₩1,080만 + 팔로업 90일 반영 ✅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0"/>
                </a:solidFill>
              </a:defRPr>
            </a:pPr>
            <a:r>
              <a:t>• 날짜 확정 시 즉시 교체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0"/>
                </a:solidFill>
              </a:defRPr>
            </a:pPr>
            <a:r>
              <a:t>• PR → 코드 리뷰 → main 머지 → 배포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00C853"/>
                </a:solidFill>
              </a:defRPr>
            </a:pPr>
            <a:r>
              <a:t>⏱️ 날짜 확정 후 1-2일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</a:defRPr>
            </a:pPr>
            <a:r>
              <a:t>Phase 2 — Firebase 연동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0"/>
                </a:solidFill>
              </a:defRPr>
            </a:pPr>
            <a:r>
              <a:t>• Mock → Firestore 실데이터 마이그레이션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0"/>
                </a:solidFill>
              </a:defRPr>
            </a:pPr>
            <a:r>
              <a:t>• Firebase Auth 실 연동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0"/>
                </a:solidFill>
              </a:defRPr>
            </a:pPr>
            <a:r>
              <a:t>• Admin 커리큘럼 CRUD 완성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FA500"/>
                </a:solidFill>
              </a:defRPr>
            </a:pPr>
            <a:r>
              <a:t>⏱️ 블로커 해소 후 5-7일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</a:defRPr>
            </a:pPr>
            <a:r>
              <a:t>Phase 3-4 — Full 버전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• 커뮤니티 댓글/피드백 시스템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• 알림 시스템 (이메일/슬랙)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• 수료증 자동 발급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0F0F0"/>
                </a:solidFill>
              </a:defRPr>
            </a:pPr>
            <a:r>
              <a:t>⏱️ Phase 2 완료 후 5-7일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전체 예상: 약 2~2.5주</a:t>
            </a:r>
            <a:br/>
            <a:r>
              <a:t>(블로커 해소 시점 기준)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👥 에이전트별 기여도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🧭 PO-TAN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Product Owner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PRD 작성, UX 분석 14슬라이드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앵커링 전략 제안, QA 검수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CEO 보고서 PPT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3716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📋 PM-TAN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Project Manager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태스크 10건 등록·추적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스프린트/스크럼 체계 수립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P0/P1/P2 우선순위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⚡ DEV-TAN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Developer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MVP 프로토타입 개발 (7페이지)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웹 수정 6건 코드 작성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GitHub 커밋·배포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3716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🎖️ DEO-TAN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Chief of Staff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CEO 지시 전파·조율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워크플로우 관리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0"/>
                </a:solidFill>
              </a:defRPr>
            </a:pPr>
            <a:r>
              <a:t>• 블로커 에스컬레이션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🎯 결론 &amp; CEO 액션 아이템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hobbytan.com은 즉시 배포 가능한 수정 상태이며,</a:t>
            </a:r>
            <a:br/>
            <a:r>
              <a:t>Super Workshop MVP는 Phase 2 진입 준비 완료.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CEO 액션 아이템 (3건)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t>📅  1. 다음 기수 시작 날짜 확정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      → 확정 즉시 코드 반영 + 배포 진행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t>🔑  2. Firebase 프로젝트 접근 권한 부여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      → Phase 2 (실데이터 연동) 진입 조건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t>🏗️  3. super-wks 배포 전략 방향 결정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      → 서브도메인 / 서브패스 / 별도 호스팅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HOBBYTAN-COUNCIL  |  2026.02.24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GitHub: devpablokim/hobbytan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